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2FF"/>
                </a:solidFill>
              </a:defRPr>
            </a:pPr>
            <a:r>
              <a:t>Post-Quantum Cryptography Migration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 beginner-friendly guide to the new encryption standards that will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protect us from quantum computers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No technical background needed - everything explained from scratch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Made with Python  |  kyber-py  |  dilithium-py  |  matplotlib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100% free and open-source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First: What is Encryption? (Simple Explanation)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Imagine you want to send a secret message across a crowded room.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Everyone can see it, so you need to LOCK it so only your friend can open it.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That's what encryption does - it LOCKS your data so only the person with the RIGHT KEY can read it.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Public Key  = A lock anyone can use to lock a message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Private Key = The unique key that opens that specific lock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Signature   = Like a wax seal - proves the message is really from you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Real-world examples: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When you visit https://google.com, your browser uses encryption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When you send a WhatsApp message, it's encrypted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When you sign into a website, encryption protects your password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Current encryption uses math that is HARD for normal computers.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But quantum computers will solve it EASILY. We need NEW math!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The Problem: Why Quantum Computers Break Encryption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Regular computers use BITS (0s and 1s). Quantum computers use QUBITS -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they can be 0 and 1 AT THE SAME TIME. This lets them solve certain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problems MILLIONS of times faster.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In 1994, mathematician Peter Shor discovered quantum computers could break: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RSA encryption (used for securing websites)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ECDH/ECDSA (used in cryptocurrencies, secure messaging)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Think of it like this: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Current encryption = A giant maze that takes years to solve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Quantum computer   = A helicopter that flies OVER the maze in seconds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The scary part: Hackers are ALREADY collecting encrypted data today,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waiting for quantum computers so they can decrypt it later.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This is called 'Harvest Now, Decrypt Later.'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The Solution: Post-Quantum Cryptography (PQC)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Post-Quantum Cryptography = New math problems hard for BOTH regular AND quantum computers.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From 2016 to 2024, NIST ran a worldwide competition. After 8 years of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testing, they chose the winners. In August 2024, NIST released THREE standards: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1. ML-KEM (Kyber) - For SECRET KEY EXCHANGE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   Replaces: RSA and ECDH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   Use case: Establishing a secure connection to a website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2. ML-DSA (Dilithium) - For DIGITAL SIGNATURES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   Replaces: RSA signatures and ECDSA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   Use case: Proving who sent a message or signed a document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3. SLH-DSA (SPHINCS+) - Backup signature method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   Different math approach, in case ML-DSA is broken later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Think of ML-KEM as a NEW type of lock, and ML-DSA as a NEW type of wax seal.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Understanding PQC Through Everyday Analogies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ML-KEM (Key Exchange) = A Special Lock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Old lock (RSA/ECDH): Quantum computer can crush it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New lock (ML-KEM): Even quantum computers can't break it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You give out copies of this lock (public key) to everyone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Only your private key can open messages locked with it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ML-DSA (Digital Signatures) = A Tamper-Proof Wax Seal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Old seal: Quantum computers can forge it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New seal: Impossible to forge, even with quantum computers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The problem: These new locks and seals are BIGGER and HEAVIER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Old RSA key = 256 bytes (like a small padlock)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New ML-KEM key = 1184 bytes (like a large suitcase lock)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Old signature = ~70 bytes (like a postage stamp)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New signature = 3309 bytes (like a full letter!)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This size increase is one of the biggest challenges of upgrading.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Meet the PQC Migration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This Python program demonstrates how the new PQC standards work.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You don't need to understand the complex math - it shows you the RESULTS.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+------------------------------------------------------+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|          PQC MIGRATION TOOLKIT - MAIN MENU           |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+------------------------------------------------------+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|  1.  ML-KEM Key Encapsulation Demo   (FIPS 203)      |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|  2.  ML-DSA Digital Signature Demo   (FIPS 204)      |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|  3.  Hybrid TLS 1.3 Handshake Demo                   |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|  4.  Certificate Migration Analysis                   |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|  5.  Performance Benchmarks + Charts                 |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|  6.  Run ALL modules sequentially                    |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|  0.  Exit                                            |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+------------------------------------------------------+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Module 1: ML-KEM Key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WHAT IT DOES: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Two people (Alice and Bob) share a secret key to encrypt messages.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HOW IT WORKS: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1. Alice creates a lock (public key) and keeps the only key (private)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2. Alice gives Bob a copy of her lock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3. Bob uses that lock to lock a secret message (shared secret)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4. Bob sends the locked box (ciphertext) back to Alice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5. Alice uses her private key to open the box and read the secret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WHAT THE PROGRAM SHOWS: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Key sizes at different security levels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Whether the two shared secrets match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Comparison with old RSA keys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KEY INSIGHT: This works EVEN if someone is watching the conversation!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Module 2: ML-DSA Digital Signatures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WHAT IT DOES: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Prove that YOU wrote a message and nobody changed it.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Like signing a check, but much more secure.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HOW IT WORKS: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1. You create a signing key (private) and a verification key (public)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2. You 'sign' your message with your private key - creates a signature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3. Anyone can VERIFY the signature using your public key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4. Change even ONE letter - signature becomes invalid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REAL WORLD EXAMPLE: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Downloading software? The developer signs it.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Your computer checks the signature before installing.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  If tampered, the signature won't match.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With PQC, this check stays secure even against quantum computers.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Module 3: Hybrid TLS Handshake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WHAT IT DOES: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Simulates how Chrome connects to websites using BOTH old AND new encryption.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WHY BOTH? (Important!)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Nobody knows when quantum computers arrive (5 years? 20?).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If we switch ONLY to PQC and it has a bug, we're unprotected.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Solution: Use BOTH and COMBINE them.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THE GUARANTEE: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If quantum breaks X25519      -&gt; ML-KEM still protects you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If someone breaks ML-KEM      -&gt; X25519 still protects you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You're safe either way!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HOW IT WORKS: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1. Client creates a classical key (X25519) AND a PQC key (ML-KEM)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2. BOTH public keys sent to server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3. Server does the same - sends BOTH back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4. Both sides compute TWO shared secrets and MIX them together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5. Final session key is a COMBINATION of both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This is EXACTLY what Google Chrome has been doing since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Module 4: Certificate Migration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WHAT IT DOES: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Compares sizes of old certificates vs new PQC keys.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Shows the REAL challenge of upgrading the internet.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WHAT IS A CERTIFICATE?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Think of it as an ID card: 'This website is really your bank.'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THE SIZE PROBLEM: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Old RSA-2048 certificate:         ~993 bytes (fits in one internet packet)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New ML-DSA-65 public key:        ~1952 bytes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New ML-DSA-65 signature:         ~3309 bytes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WHY SIZE MATTERS: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Internet packets max size (MTU) = 1500 bytes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Bigger certs = split across multiple packets = slower loading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Mobile phones and slow connections suffer the most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HYBRID SOLUTION: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Certs containing BOTH old RSA AND new PQC keys.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This is what Chrome and Cloudflare are implementing now.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Module 5: 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WHAT IT DOES: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Measures how fast each PQC operation runs on your computer.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Like a stopwatch for encryption.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WHAT THE NUMBERS MEAN: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KeyGen = Time to create a new key pair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Encaps = Time to lock a secret with a public key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Decaps = Time to unlock with the private key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Sign   = Time to sign a message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Verify = Time to check a signature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SAMPLE RESULTS: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ML-KEM-512:  KeyGen 1.6ms | Encaps 2.4ms | Decaps 3.2ms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ML-KEM-768:  KeyGen 2.7ms | Encaps 3.6ms | Decaps 4.6ms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ML-KEM-1024: KeyGen 4.0ms | Encaps 5.0ms | Decaps 6.8ms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ML-DSA-44:  KeyGen 5.6ms | Sign 28ms  | Verify 5.8ms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ML-DSA-65:  KeyGen 7.8ms | Sign 43ms  | Verify 8.9ms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ML-DSA-87:  KeyGen 12ms  | Sign 46ms  | Verify 14ms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For comparison: Blinking takes ~300ms. All these are faster than a blink!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Performance Benchmark Chart</a:t>
            </a:r>
          </a:p>
        </p:txBody>
      </p:sp>
      <p:pic>
        <p:nvPicPr>
          <p:cNvPr id="3" name="Picture 2" descr="pqc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Who Is Already Using PQC Right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This is not future technology. It's already being deployed: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GOOGLE CHROME (2024+) - X25519 + ML-KEM hybrid for all TLS connections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SIGNAL MESSENGER (2023+) - Kyber in PQXDH protocol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APPLE iMESSAGE (2024+) - Kyber for post-quantum security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AMAZON WEB SERVICES (2020+) - AWS KMS supports PQC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CLOUDFLARE - Offers PQC to all their customers (20% of all websites)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OPENSSL 3.5 (April 2025) - Most used crypto library, now has native PQC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PQC is happening NOW, not in the distant future.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Challenges of Switching to PQC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Like replacing all locks in every building in every city at once: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1. BIGGER KEYS - 3-10x larger, more data to send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2. SLOWER OPERATIONS - PQC signing is 5-10x slower than ECDSA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3. HARDWARE UPGRADES - Banks need new hardware security modules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4. BACKWARD COMPATIBILITY - Old devices need to work alongside new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5. STANDARDS TAKE TIME - Every protocol needs updating (years)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That's why organizations need to START PLANNING NOW.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How to Run This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Step 1: Install Python 3.9+ (python.org)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Step 2: pip install kyber-py dilithium-py matplotlib cryptography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Step 3: python main.py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Step 4: Pick a number from the menu and press Enter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That's it! No cloud accounts, no API keys, no setup needed.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To run individual modules separately: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python src/kem_demo.py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python src/sign_demo.py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python src/hybrid_tls_demo.py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python src/cert_migration_demo.py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  python src/benchmark.py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Why Should YOU Care About PQC?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PERSONAL: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Your bank, WhatsApp, and emails are encrypted.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Hackers collect encrypted data NOW to decrypt LATER.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Your medical records, tax returns could be exposed.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PROFESSIONAL: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Companies need people who understand PQC.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Governments are mandating PQC adoption (US, EU, India).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This is a NEW SKILL in high demand.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ACADEMIC (for students):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The standards were finalized in 2024 - this is BRAND NEW.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Most engineers haven't learned this yet.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A PQC project stands out in college and job interviews.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BOTTOM LINE: Encryption keeps the digital world safe.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Quantum computers will break today's locks.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PQC is the new locks protecting us tomorrow.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1. Quantum computers threaten all current encryption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2. NIST standardized new PQC algorithms in August 2024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3. ML-KEM (Kyber) = New way to exchange secret keys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4. ML-DSA (Dilithium) = New way to sign and verify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5. PQC keys are 3-10x larger - the main challenge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6. Chrome, Signal, Apple, AWS already use PQC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7. Hybrid (old + new) is safer during transition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8. OpenSSL 3.5 has PQC built-in - production ready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9. This toolkit lets you EXPERIENCE PQC on your laptop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10. Start learning NOW - it's the future of security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References &amp; Where to Learn 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FOR BEGINNERS: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NIST PQC: nist.gov/pqc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Cloudflare PQC Guide: cloudflare.com/learning/ssl/post-quantum-cryptography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YouTube: 'Post-Quantum Cryptography in 5 Minutes'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FOR STUDENTS/DEVELOPERS: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[1] FIPS 203 - ML-KEM Standard: csrc.nist.gov/pubs/fips/203/final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[2] FIPS 204 - ML-DSA Standard: csrc.nist.gov/pubs/fips/204/final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[3] Open Quantum Safe: openquantumsafe.org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[4] kyber-py: github.com/GiacomoPope/kyber-py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[5] dilithium-py: github.com/GiacomoPope/dilithium-py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[6] OpenSSL 3.5: github.com/openssl/openssl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THIS PROJECT: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Location: E:\pqc-migration-toolkit\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Main file: main.py  |  Run: python main.py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